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8"/>
  </p:notesMasterIdLst>
  <p:handoutMasterIdLst>
    <p:handoutMasterId r:id="rId19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1" r:id="rId12"/>
    <p:sldId id="345" r:id="rId13"/>
    <p:sldId id="344" r:id="rId14"/>
    <p:sldId id="342" r:id="rId15"/>
    <p:sldId id="343" r:id="rId16"/>
    <p:sldId id="30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555E94-D74C-4B80-BD89-187B0EAD40CF}" v="351" dt="2025-10-14T10:01:07.319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75" d="100"/>
          <a:sy n="75" d="100"/>
        </p:scale>
        <p:origin x="67" y="514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ishak Chikku" userId="787299b956fd4963" providerId="LiveId" clId="{B0C88C10-9C77-4C0C-8AF1-D2B516DDBEE9}"/>
    <pc:docChg chg="undo custSel addSld modSld">
      <pc:chgData name="Vaishak Chikku" userId="787299b956fd4963" providerId="LiveId" clId="{B0C88C10-9C77-4C0C-8AF1-D2B516DDBEE9}" dt="2025-10-14T10:01:49.140" v="631" actId="1076"/>
      <pc:docMkLst>
        <pc:docMk/>
      </pc:docMkLst>
      <pc:sldChg chg="addSp delSp modSp mod modAnim">
        <pc:chgData name="Vaishak Chikku" userId="787299b956fd4963" providerId="LiveId" clId="{B0C88C10-9C77-4C0C-8AF1-D2B516DDBEE9}" dt="2025-10-14T09:40:22.611" v="324" actId="14100"/>
        <pc:sldMkLst>
          <pc:docMk/>
          <pc:sldMk cId="1341901065" sldId="302"/>
        </pc:sldMkLst>
        <pc:spChg chg="add mod">
          <ac:chgData name="Vaishak Chikku" userId="787299b956fd4963" providerId="LiveId" clId="{B0C88C10-9C77-4C0C-8AF1-D2B516DDBEE9}" dt="2025-10-14T09:40:22.611" v="324" actId="14100"/>
          <ac:spMkLst>
            <pc:docMk/>
            <pc:sldMk cId="1341901065" sldId="302"/>
            <ac:spMk id="3" creationId="{AA29A9DD-3282-21C4-562F-374C6C182A36}"/>
          </ac:spMkLst>
        </pc:spChg>
        <pc:spChg chg="del">
          <ac:chgData name="Vaishak Chikku" userId="787299b956fd4963" providerId="LiveId" clId="{B0C88C10-9C77-4C0C-8AF1-D2B516DDBEE9}" dt="2025-10-14T09:39:06.457" v="272"/>
          <ac:spMkLst>
            <pc:docMk/>
            <pc:sldMk cId="1341901065" sldId="302"/>
            <ac:spMk id="7" creationId="{B21C28F5-3CA3-4B78-B5C9-550C00BB3174}"/>
          </ac:spMkLst>
        </pc:spChg>
      </pc:sldChg>
      <pc:sldChg chg="delSp modSp mod">
        <pc:chgData name="Vaishak Chikku" userId="787299b956fd4963" providerId="LiveId" clId="{B0C88C10-9C77-4C0C-8AF1-D2B516DDBEE9}" dt="2025-10-14T10:01:07.319" v="630" actId="255"/>
        <pc:sldMkLst>
          <pc:docMk/>
          <pc:sldMk cId="3401748718" sldId="304"/>
        </pc:sldMkLst>
        <pc:spChg chg="mod">
          <ac:chgData name="Vaishak Chikku" userId="787299b956fd4963" providerId="LiveId" clId="{B0C88C10-9C77-4C0C-8AF1-D2B516DDBEE9}" dt="2025-10-14T10:01:07.319" v="630" actId="255"/>
          <ac:spMkLst>
            <pc:docMk/>
            <pc:sldMk cId="3401748718" sldId="304"/>
            <ac:spMk id="3" creationId="{D88C20CF-C1EE-4092-B52D-FD4AB2AB2508}"/>
          </ac:spMkLst>
        </pc:spChg>
        <pc:spChg chg="del">
          <ac:chgData name="Vaishak Chikku" userId="787299b956fd4963" providerId="LiveId" clId="{B0C88C10-9C77-4C0C-8AF1-D2B516DDBEE9}" dt="2025-10-14T10:00:52.247" v="628" actId="478"/>
          <ac:spMkLst>
            <pc:docMk/>
            <pc:sldMk cId="3401748718" sldId="304"/>
            <ac:spMk id="12" creationId="{BC277FD7-925B-4C3D-A364-118403201507}"/>
          </ac:spMkLst>
        </pc:spChg>
      </pc:sldChg>
      <pc:sldChg chg="addSp modSp mod">
        <pc:chgData name="Vaishak Chikku" userId="787299b956fd4963" providerId="LiveId" clId="{B0C88C10-9C77-4C0C-8AF1-D2B516DDBEE9}" dt="2025-10-14T09:35:11.494" v="196" actId="1076"/>
        <pc:sldMkLst>
          <pc:docMk/>
          <pc:sldMk cId="3696770303" sldId="315"/>
        </pc:sldMkLst>
        <pc:spChg chg="add mod">
          <ac:chgData name="Vaishak Chikku" userId="787299b956fd4963" providerId="LiveId" clId="{B0C88C10-9C77-4C0C-8AF1-D2B516DDBEE9}" dt="2025-10-14T09:33:02.292" v="172" actId="255"/>
          <ac:spMkLst>
            <pc:docMk/>
            <pc:sldMk cId="3696770303" sldId="315"/>
            <ac:spMk id="2" creationId="{4B837E82-FC83-2D04-4A01-148397BA1A01}"/>
          </ac:spMkLst>
        </pc:spChg>
        <pc:spChg chg="mod">
          <ac:chgData name="Vaishak Chikku" userId="787299b956fd4963" providerId="LiveId" clId="{B0C88C10-9C77-4C0C-8AF1-D2B516DDBEE9}" dt="2025-10-14T03:49:42.750" v="134" actId="1076"/>
          <ac:spMkLst>
            <pc:docMk/>
            <pc:sldMk cId="3696770303" sldId="315"/>
            <ac:spMk id="3" creationId="{EBF2FBC7-3552-4F01-BB27-8BEEE74F7277}"/>
          </ac:spMkLst>
        </pc:spChg>
        <pc:spChg chg="add mod">
          <ac:chgData name="Vaishak Chikku" userId="787299b956fd4963" providerId="LiveId" clId="{B0C88C10-9C77-4C0C-8AF1-D2B516DDBEE9}" dt="2025-10-14T03:50:41.245" v="143" actId="14100"/>
          <ac:spMkLst>
            <pc:docMk/>
            <pc:sldMk cId="3696770303" sldId="315"/>
            <ac:spMk id="4" creationId="{F3BAFF35-5C24-CFCD-3E5F-AA0C4ACCE49C}"/>
          </ac:spMkLst>
        </pc:spChg>
        <pc:spChg chg="add mod">
          <ac:chgData name="Vaishak Chikku" userId="787299b956fd4963" providerId="LiveId" clId="{B0C88C10-9C77-4C0C-8AF1-D2B516DDBEE9}" dt="2025-10-14T09:35:11.494" v="196" actId="1076"/>
          <ac:spMkLst>
            <pc:docMk/>
            <pc:sldMk cId="3696770303" sldId="315"/>
            <ac:spMk id="7" creationId="{419D207E-1165-E306-3354-2C8CD1B2F412}"/>
          </ac:spMkLst>
        </pc:spChg>
        <pc:spChg chg="add">
          <ac:chgData name="Vaishak Chikku" userId="787299b956fd4963" providerId="LiveId" clId="{B0C88C10-9C77-4C0C-8AF1-D2B516DDBEE9}" dt="2025-10-14T03:50:29.319" v="138"/>
          <ac:spMkLst>
            <pc:docMk/>
            <pc:sldMk cId="3696770303" sldId="315"/>
            <ac:spMk id="7" creationId="{9539A36F-9A46-1B57-D3D5-1BCB42D6D352}"/>
          </ac:spMkLst>
        </pc:spChg>
        <pc:spChg chg="add mod">
          <ac:chgData name="Vaishak Chikku" userId="787299b956fd4963" providerId="LiveId" clId="{B0C88C10-9C77-4C0C-8AF1-D2B516DDBEE9}" dt="2025-10-14T03:50:32.413" v="140" actId="767"/>
          <ac:spMkLst>
            <pc:docMk/>
            <pc:sldMk cId="3696770303" sldId="315"/>
            <ac:spMk id="8" creationId="{32354470-B854-33D7-6858-CBFC8F442B13}"/>
          </ac:spMkLst>
        </pc:spChg>
        <pc:spChg chg="add mod">
          <ac:chgData name="Vaishak Chikku" userId="787299b956fd4963" providerId="LiveId" clId="{B0C88C10-9C77-4C0C-8AF1-D2B516DDBEE9}" dt="2025-10-14T09:34:56.179" v="195" actId="14100"/>
          <ac:spMkLst>
            <pc:docMk/>
            <pc:sldMk cId="3696770303" sldId="315"/>
            <ac:spMk id="8" creationId="{D1A1CC52-7867-1360-9E20-E23DEB74889E}"/>
          </ac:spMkLst>
        </pc:spChg>
        <pc:spChg chg="add">
          <ac:chgData name="Vaishak Chikku" userId="787299b956fd4963" providerId="LiveId" clId="{B0C88C10-9C77-4C0C-8AF1-D2B516DDBEE9}" dt="2025-10-14T03:50:37.849" v="142"/>
          <ac:spMkLst>
            <pc:docMk/>
            <pc:sldMk cId="3696770303" sldId="315"/>
            <ac:spMk id="9" creationId="{5933BBA3-E8DA-9A76-EF56-F6DC1957B31F}"/>
          </ac:spMkLst>
        </pc:spChg>
      </pc:sldChg>
      <pc:sldChg chg="modSp mod modAnim">
        <pc:chgData name="Vaishak Chikku" userId="787299b956fd4963" providerId="LiveId" clId="{B0C88C10-9C77-4C0C-8AF1-D2B516DDBEE9}" dt="2025-10-13T16:18:30.708" v="115" actId="12"/>
        <pc:sldMkLst>
          <pc:docMk/>
          <pc:sldMk cId="3098548442" sldId="327"/>
        </pc:sldMkLst>
        <pc:spChg chg="mod">
          <ac:chgData name="Vaishak Chikku" userId="787299b956fd4963" providerId="LiveId" clId="{B0C88C10-9C77-4C0C-8AF1-D2B516DDBEE9}" dt="2025-10-13T16:18:30.708" v="115" actId="12"/>
          <ac:spMkLst>
            <pc:docMk/>
            <pc:sldMk cId="3098548442" sldId="327"/>
            <ac:spMk id="2" creationId="{E46E4DD1-270B-4C80-AFF0-EB26F132AF36}"/>
          </ac:spMkLst>
        </pc:spChg>
      </pc:sldChg>
      <pc:sldChg chg="modSp mod modAnim">
        <pc:chgData name="Vaishak Chikku" userId="787299b956fd4963" providerId="LiveId" clId="{B0C88C10-9C77-4C0C-8AF1-D2B516DDBEE9}" dt="2025-10-14T09:38:30.676" v="271" actId="1076"/>
        <pc:sldMkLst>
          <pc:docMk/>
          <pc:sldMk cId="48075006" sldId="329"/>
        </pc:sldMkLst>
        <pc:spChg chg="mod">
          <ac:chgData name="Vaishak Chikku" userId="787299b956fd4963" providerId="LiveId" clId="{B0C88C10-9C77-4C0C-8AF1-D2B516DDBEE9}" dt="2025-10-14T09:38:30.676" v="271" actId="1076"/>
          <ac:spMkLst>
            <pc:docMk/>
            <pc:sldMk cId="48075006" sldId="329"/>
            <ac:spMk id="2" creationId="{664E3B60-2780-459A-8583-F095D5E7463A}"/>
          </ac:spMkLst>
        </pc:spChg>
        <pc:spChg chg="mod">
          <ac:chgData name="Vaishak Chikku" userId="787299b956fd4963" providerId="LiveId" clId="{B0C88C10-9C77-4C0C-8AF1-D2B516DDBEE9}" dt="2025-10-14T09:35:22.001" v="197" actId="1076"/>
          <ac:spMkLst>
            <pc:docMk/>
            <pc:sldMk cId="48075006" sldId="329"/>
            <ac:spMk id="4" creationId="{1A4A072B-83C6-4607-AE6A-5AD61CC72C44}"/>
          </ac:spMkLst>
        </pc:spChg>
        <pc:picChg chg="mod">
          <ac:chgData name="Vaishak Chikku" userId="787299b956fd4963" providerId="LiveId" clId="{B0C88C10-9C77-4C0C-8AF1-D2B516DDBEE9}" dt="2025-10-14T09:36:51.843" v="210" actId="1076"/>
          <ac:picMkLst>
            <pc:docMk/>
            <pc:sldMk cId="48075006" sldId="329"/>
            <ac:picMk id="6" creationId="{E8B153BB-61B9-403F-8AE5-F75400450AC0}"/>
          </ac:picMkLst>
        </pc:picChg>
      </pc:sldChg>
      <pc:sldChg chg="modSp mod modAnim">
        <pc:chgData name="Vaishak Chikku" userId="787299b956fd4963" providerId="LiveId" clId="{B0C88C10-9C77-4C0C-8AF1-D2B516DDBEE9}" dt="2025-10-13T16:12:22.853" v="92" actId="1076"/>
        <pc:sldMkLst>
          <pc:docMk/>
          <pc:sldMk cId="1604013440" sldId="338"/>
        </pc:sldMkLst>
        <pc:spChg chg="mod">
          <ac:chgData name="Vaishak Chikku" userId="787299b956fd4963" providerId="LiveId" clId="{B0C88C10-9C77-4C0C-8AF1-D2B516DDBEE9}" dt="2025-10-13T16:12:16.941" v="91" actId="27636"/>
          <ac:spMkLst>
            <pc:docMk/>
            <pc:sldMk cId="1604013440" sldId="338"/>
            <ac:spMk id="2" creationId="{7201737A-B873-4D1D-8A41-5ABF5184BC8F}"/>
          </ac:spMkLst>
        </pc:spChg>
        <pc:spChg chg="mod">
          <ac:chgData name="Vaishak Chikku" userId="787299b956fd4963" providerId="LiveId" clId="{B0C88C10-9C77-4C0C-8AF1-D2B516DDBEE9}" dt="2025-10-13T16:12:22.853" v="92" actId="1076"/>
          <ac:spMkLst>
            <pc:docMk/>
            <pc:sldMk cId="1604013440" sldId="338"/>
            <ac:spMk id="4" creationId="{92056599-CDAA-4367-BEF8-31D6E32518C8}"/>
          </ac:spMkLst>
        </pc:spChg>
      </pc:sldChg>
      <pc:sldChg chg="addSp modSp mod">
        <pc:chgData name="Vaishak Chikku" userId="787299b956fd4963" providerId="LiveId" clId="{B0C88C10-9C77-4C0C-8AF1-D2B516DDBEE9}" dt="2025-10-14T10:01:49.140" v="631" actId="1076"/>
        <pc:sldMkLst>
          <pc:docMk/>
          <pc:sldMk cId="1086225493" sldId="339"/>
        </pc:sldMkLst>
        <pc:spChg chg="mod">
          <ac:chgData name="Vaishak Chikku" userId="787299b956fd4963" providerId="LiveId" clId="{B0C88C10-9C77-4C0C-8AF1-D2B516DDBEE9}" dt="2025-10-14T10:01:49.140" v="631" actId="1076"/>
          <ac:spMkLst>
            <pc:docMk/>
            <pc:sldMk cId="1086225493" sldId="339"/>
            <ac:spMk id="4" creationId="{AFE3A2AF-177E-45E6-A191-0F8523DB7FFA}"/>
          </ac:spMkLst>
        </pc:spChg>
        <pc:spChg chg="mod">
          <ac:chgData name="Vaishak Chikku" userId="787299b956fd4963" providerId="LiveId" clId="{B0C88C10-9C77-4C0C-8AF1-D2B516DDBEE9}" dt="2025-10-14T09:40:57.912" v="325" actId="20577"/>
          <ac:spMkLst>
            <pc:docMk/>
            <pc:sldMk cId="1086225493" sldId="339"/>
            <ac:spMk id="10" creationId="{B19D8AC7-3787-4ADB-9212-0808F015C2DD}"/>
          </ac:spMkLst>
        </pc:spChg>
        <pc:picChg chg="add mod">
          <ac:chgData name="Vaishak Chikku" userId="787299b956fd4963" providerId="LiveId" clId="{B0C88C10-9C77-4C0C-8AF1-D2B516DDBEE9}" dt="2025-10-14T09:41:33.458" v="332" actId="1076"/>
          <ac:picMkLst>
            <pc:docMk/>
            <pc:sldMk cId="1086225493" sldId="339"/>
            <ac:picMk id="3" creationId="{9BCD778A-E993-92B4-0A73-38BEF992370B}"/>
          </ac:picMkLst>
        </pc:picChg>
        <pc:picChg chg="add mod">
          <ac:chgData name="Vaishak Chikku" userId="787299b956fd4963" providerId="LiveId" clId="{B0C88C10-9C77-4C0C-8AF1-D2B516DDBEE9}" dt="2025-10-14T09:42:18.913" v="349" actId="931"/>
          <ac:picMkLst>
            <pc:docMk/>
            <pc:sldMk cId="1086225493" sldId="339"/>
            <ac:picMk id="9" creationId="{B6D51EB7-42D7-4319-703A-16A8310776AF}"/>
          </ac:picMkLst>
        </pc:picChg>
        <pc:picChg chg="add mod">
          <ac:chgData name="Vaishak Chikku" userId="787299b956fd4963" providerId="LiveId" clId="{B0C88C10-9C77-4C0C-8AF1-D2B516DDBEE9}" dt="2025-10-14T09:42:18.913" v="349" actId="931"/>
          <ac:picMkLst>
            <pc:docMk/>
            <pc:sldMk cId="1086225493" sldId="339"/>
            <ac:picMk id="12" creationId="{C1BBC549-5F5E-88FA-02CA-4A0B596A49F6}"/>
          </ac:picMkLst>
        </pc:picChg>
        <pc:picChg chg="add mod">
          <ac:chgData name="Vaishak Chikku" userId="787299b956fd4963" providerId="LiveId" clId="{B0C88C10-9C77-4C0C-8AF1-D2B516DDBEE9}" dt="2025-10-14T09:42:18.913" v="349" actId="931"/>
          <ac:picMkLst>
            <pc:docMk/>
            <pc:sldMk cId="1086225493" sldId="339"/>
            <ac:picMk id="14" creationId="{B24C3A96-5C42-31CA-BE66-124C1BCC8496}"/>
          </ac:picMkLst>
        </pc:picChg>
        <pc:picChg chg="add mod modCrop">
          <ac:chgData name="Vaishak Chikku" userId="787299b956fd4963" providerId="LiveId" clId="{B0C88C10-9C77-4C0C-8AF1-D2B516DDBEE9}" dt="2025-10-14T09:43:23.746" v="363" actId="1076"/>
          <ac:picMkLst>
            <pc:docMk/>
            <pc:sldMk cId="1086225493" sldId="339"/>
            <ac:picMk id="16" creationId="{E777E2FB-ADF5-18DB-CACA-667D0B2A5C88}"/>
          </ac:picMkLst>
        </pc:picChg>
        <pc:picChg chg="add mod">
          <ac:chgData name="Vaishak Chikku" userId="787299b956fd4963" providerId="LiveId" clId="{B0C88C10-9C77-4C0C-8AF1-D2B516DDBEE9}" dt="2025-10-14T09:43:44.617" v="368" actId="1076"/>
          <ac:picMkLst>
            <pc:docMk/>
            <pc:sldMk cId="1086225493" sldId="339"/>
            <ac:picMk id="18" creationId="{11CCE92D-0974-0306-C8E1-B3592697EA8A}"/>
          </ac:picMkLst>
        </pc:picChg>
        <pc:picChg chg="add mod modCrop">
          <ac:chgData name="Vaishak Chikku" userId="787299b956fd4963" providerId="LiveId" clId="{B0C88C10-9C77-4C0C-8AF1-D2B516DDBEE9}" dt="2025-10-14T09:44:30.876" v="378" actId="732"/>
          <ac:picMkLst>
            <pc:docMk/>
            <pc:sldMk cId="1086225493" sldId="339"/>
            <ac:picMk id="20" creationId="{C9E854DC-FE18-D6C6-9781-2D35DBABF6FA}"/>
          </ac:picMkLst>
        </pc:picChg>
        <pc:picChg chg="add mod">
          <ac:chgData name="Vaishak Chikku" userId="787299b956fd4963" providerId="LiveId" clId="{B0C88C10-9C77-4C0C-8AF1-D2B516DDBEE9}" dt="2025-10-14T09:45:10.903" v="387" actId="1076"/>
          <ac:picMkLst>
            <pc:docMk/>
            <pc:sldMk cId="1086225493" sldId="339"/>
            <ac:picMk id="22" creationId="{2944BB71-A026-D8B6-C8BB-D9CAA7DA5A68}"/>
          </ac:picMkLst>
        </pc:picChg>
        <pc:picChg chg="add mod modCrop">
          <ac:chgData name="Vaishak Chikku" userId="787299b956fd4963" providerId="LiveId" clId="{B0C88C10-9C77-4C0C-8AF1-D2B516DDBEE9}" dt="2025-10-14T09:46:07.161" v="397" actId="732"/>
          <ac:picMkLst>
            <pc:docMk/>
            <pc:sldMk cId="1086225493" sldId="339"/>
            <ac:picMk id="24" creationId="{2C175472-0981-F71E-4543-638AA06BEF2C}"/>
          </ac:picMkLst>
        </pc:picChg>
      </pc:sldChg>
      <pc:sldChg chg="addSp modSp mod modAnim">
        <pc:chgData name="Vaishak Chikku" userId="787299b956fd4963" providerId="LiveId" clId="{B0C88C10-9C77-4C0C-8AF1-D2B516DDBEE9}" dt="2025-10-14T09:53:20.798" v="532" actId="27636"/>
        <pc:sldMkLst>
          <pc:docMk/>
          <pc:sldMk cId="390853083" sldId="340"/>
        </pc:sldMkLst>
        <pc:spChg chg="mod">
          <ac:chgData name="Vaishak Chikku" userId="787299b956fd4963" providerId="LiveId" clId="{B0C88C10-9C77-4C0C-8AF1-D2B516DDBEE9}" dt="2025-10-14T09:53:20.798" v="532" actId="27636"/>
          <ac:spMkLst>
            <pc:docMk/>
            <pc:sldMk cId="390853083" sldId="340"/>
            <ac:spMk id="4" creationId="{723A3B93-82D2-A57B-4898-3D9B0C72DC7D}"/>
          </ac:spMkLst>
        </pc:spChg>
        <pc:spChg chg="mod">
          <ac:chgData name="Vaishak Chikku" userId="787299b956fd4963" providerId="LiveId" clId="{B0C88C10-9C77-4C0C-8AF1-D2B516DDBEE9}" dt="2025-10-14T09:47:02.230" v="435" actId="1076"/>
          <ac:spMkLst>
            <pc:docMk/>
            <pc:sldMk cId="390853083" sldId="340"/>
            <ac:spMk id="10" creationId="{91963C39-9433-02BA-5A2B-62380BFD21C5}"/>
          </ac:spMkLst>
        </pc:spChg>
        <pc:picChg chg="add mod">
          <ac:chgData name="Vaishak Chikku" userId="787299b956fd4963" providerId="LiveId" clId="{B0C88C10-9C77-4C0C-8AF1-D2B516DDBEE9}" dt="2025-10-14T09:47:13.206" v="437" actId="1076"/>
          <ac:picMkLst>
            <pc:docMk/>
            <pc:sldMk cId="390853083" sldId="340"/>
            <ac:picMk id="3" creationId="{8CE58E69-4C64-8F55-93A5-8533A9C8DD70}"/>
          </ac:picMkLst>
        </pc:picChg>
        <pc:picChg chg="add mod">
          <ac:chgData name="Vaishak Chikku" userId="787299b956fd4963" providerId="LiveId" clId="{B0C88C10-9C77-4C0C-8AF1-D2B516DDBEE9}" dt="2025-10-14T09:47:33.458" v="442" actId="1076"/>
          <ac:picMkLst>
            <pc:docMk/>
            <pc:sldMk cId="390853083" sldId="340"/>
            <ac:picMk id="9" creationId="{96AAF45C-6CF7-D64E-845D-D8B5331676A5}"/>
          </ac:picMkLst>
        </pc:picChg>
      </pc:sldChg>
      <pc:sldChg chg="addSp modSp mod modAnim">
        <pc:chgData name="Vaishak Chikku" userId="787299b956fd4963" providerId="LiveId" clId="{B0C88C10-9C77-4C0C-8AF1-D2B516DDBEE9}" dt="2025-10-14T09:53:30.469" v="539" actId="27636"/>
        <pc:sldMkLst>
          <pc:docMk/>
          <pc:sldMk cId="349846658" sldId="341"/>
        </pc:sldMkLst>
        <pc:spChg chg="mod">
          <ac:chgData name="Vaishak Chikku" userId="787299b956fd4963" providerId="LiveId" clId="{B0C88C10-9C77-4C0C-8AF1-D2B516DDBEE9}" dt="2025-10-14T09:53:30.469" v="539" actId="27636"/>
          <ac:spMkLst>
            <pc:docMk/>
            <pc:sldMk cId="349846658" sldId="341"/>
            <ac:spMk id="4" creationId="{D2560D1A-A584-25F8-1F57-468796F22888}"/>
          </ac:spMkLst>
        </pc:spChg>
        <pc:spChg chg="mod">
          <ac:chgData name="Vaishak Chikku" userId="787299b956fd4963" providerId="LiveId" clId="{B0C88C10-9C77-4C0C-8AF1-D2B516DDBEE9}" dt="2025-10-14T09:47:53.303" v="495" actId="20577"/>
          <ac:spMkLst>
            <pc:docMk/>
            <pc:sldMk cId="349846658" sldId="341"/>
            <ac:spMk id="10" creationId="{F6B14C4F-1746-A8AB-D262-5A993160F568}"/>
          </ac:spMkLst>
        </pc:spChg>
        <pc:picChg chg="add mod">
          <ac:chgData name="Vaishak Chikku" userId="787299b956fd4963" providerId="LiveId" clId="{B0C88C10-9C77-4C0C-8AF1-D2B516DDBEE9}" dt="2025-10-14T09:49:01.256" v="511" actId="1076"/>
          <ac:picMkLst>
            <pc:docMk/>
            <pc:sldMk cId="349846658" sldId="341"/>
            <ac:picMk id="3" creationId="{72024EAA-91DD-AC51-835B-11499924F16F}"/>
          </ac:picMkLst>
        </pc:picChg>
        <pc:picChg chg="add mod">
          <ac:chgData name="Vaishak Chikku" userId="787299b956fd4963" providerId="LiveId" clId="{B0C88C10-9C77-4C0C-8AF1-D2B516DDBEE9}" dt="2025-10-14T09:48:54.296" v="510" actId="1076"/>
          <ac:picMkLst>
            <pc:docMk/>
            <pc:sldMk cId="349846658" sldId="341"/>
            <ac:picMk id="9" creationId="{A5A27CDF-7789-DF12-4B43-77B0624F0C37}"/>
          </ac:picMkLst>
        </pc:picChg>
      </pc:sldChg>
      <pc:sldChg chg="addSp delSp modSp mod delAnim">
        <pc:chgData name="Vaishak Chikku" userId="787299b956fd4963" providerId="LiveId" clId="{B0C88C10-9C77-4C0C-8AF1-D2B516DDBEE9}" dt="2025-10-14T09:58:09.180" v="562" actId="14100"/>
        <pc:sldMkLst>
          <pc:docMk/>
          <pc:sldMk cId="2710602174" sldId="342"/>
        </pc:sldMkLst>
        <pc:spChg chg="add mod">
          <ac:chgData name="Vaishak Chikku" userId="787299b956fd4963" providerId="LiveId" clId="{B0C88C10-9C77-4C0C-8AF1-D2B516DDBEE9}" dt="2025-10-14T09:58:09.180" v="562" actId="14100"/>
          <ac:spMkLst>
            <pc:docMk/>
            <pc:sldMk cId="2710602174" sldId="342"/>
            <ac:spMk id="3" creationId="{B7E1CAB8-7B30-B140-F5EC-2A9EB43F6918}"/>
          </ac:spMkLst>
        </pc:spChg>
        <pc:spChg chg="del">
          <ac:chgData name="Vaishak Chikku" userId="787299b956fd4963" providerId="LiveId" clId="{B0C88C10-9C77-4C0C-8AF1-D2B516DDBEE9}" dt="2025-10-14T09:55:15.445" v="548" actId="478"/>
          <ac:spMkLst>
            <pc:docMk/>
            <pc:sldMk cId="2710602174" sldId="342"/>
            <ac:spMk id="10" creationId="{460BF899-F7CC-395F-D4B6-232771689F29}"/>
          </ac:spMkLst>
        </pc:spChg>
        <pc:picChg chg="add mod modCrop">
          <ac:chgData name="Vaishak Chikku" userId="787299b956fd4963" providerId="LiveId" clId="{B0C88C10-9C77-4C0C-8AF1-D2B516DDBEE9}" dt="2025-10-14T09:57:59.393" v="560" actId="1076"/>
          <ac:picMkLst>
            <pc:docMk/>
            <pc:sldMk cId="2710602174" sldId="342"/>
            <ac:picMk id="9" creationId="{88BB2100-866E-2C06-FFCD-D1012A59A594}"/>
          </ac:picMkLst>
        </pc:picChg>
      </pc:sldChg>
      <pc:sldChg chg="addSp delSp modSp mod">
        <pc:chgData name="Vaishak Chikku" userId="787299b956fd4963" providerId="LiveId" clId="{B0C88C10-9C77-4C0C-8AF1-D2B516DDBEE9}" dt="2025-10-14T10:00:13.762" v="627" actId="1076"/>
        <pc:sldMkLst>
          <pc:docMk/>
          <pc:sldMk cId="566684513" sldId="343"/>
        </pc:sldMkLst>
        <pc:spChg chg="mod">
          <ac:chgData name="Vaishak Chikku" userId="787299b956fd4963" providerId="LiveId" clId="{B0C88C10-9C77-4C0C-8AF1-D2B516DDBEE9}" dt="2025-10-14T09:58:24.321" v="614" actId="1076"/>
          <ac:spMkLst>
            <pc:docMk/>
            <pc:sldMk cId="566684513" sldId="343"/>
            <ac:spMk id="10" creationId="{D48169FB-B4CE-0F31-B897-737AB3A70EC0}"/>
          </ac:spMkLst>
        </pc:spChg>
        <pc:picChg chg="add del mod">
          <ac:chgData name="Vaishak Chikku" userId="787299b956fd4963" providerId="LiveId" clId="{B0C88C10-9C77-4C0C-8AF1-D2B516DDBEE9}" dt="2025-10-14T09:59:14.203" v="618" actId="478"/>
          <ac:picMkLst>
            <pc:docMk/>
            <pc:sldMk cId="566684513" sldId="343"/>
            <ac:picMk id="3" creationId="{1A7C031A-F6BB-FB48-66EC-EEA1CB0A38EB}"/>
          </ac:picMkLst>
        </pc:picChg>
        <pc:picChg chg="add mod modCrop">
          <ac:chgData name="Vaishak Chikku" userId="787299b956fd4963" providerId="LiveId" clId="{B0C88C10-9C77-4C0C-8AF1-D2B516DDBEE9}" dt="2025-10-14T10:00:13.762" v="627" actId="1076"/>
          <ac:picMkLst>
            <pc:docMk/>
            <pc:sldMk cId="566684513" sldId="343"/>
            <ac:picMk id="9" creationId="{30182AF8-0805-9475-82A5-E9972DAAEF3C}"/>
          </ac:picMkLst>
        </pc:picChg>
      </pc:sldChg>
      <pc:sldChg chg="modSp mod modAnim">
        <pc:chgData name="Vaishak Chikku" userId="787299b956fd4963" providerId="LiveId" clId="{B0C88C10-9C77-4C0C-8AF1-D2B516DDBEE9}" dt="2025-10-14T09:54:45.316" v="547" actId="12"/>
        <pc:sldMkLst>
          <pc:docMk/>
          <pc:sldMk cId="1596923865" sldId="344"/>
        </pc:sldMkLst>
        <pc:spChg chg="mod">
          <ac:chgData name="Vaishak Chikku" userId="787299b956fd4963" providerId="LiveId" clId="{B0C88C10-9C77-4C0C-8AF1-D2B516DDBEE9}" dt="2025-10-14T09:54:45.316" v="547" actId="12"/>
          <ac:spMkLst>
            <pc:docMk/>
            <pc:sldMk cId="1596923865" sldId="344"/>
            <ac:spMk id="10" creationId="{8935B953-0B74-DF35-9464-45E8CB01D89D}"/>
          </ac:spMkLst>
        </pc:spChg>
      </pc:sldChg>
      <pc:sldChg chg="addSp delSp modSp add mod delAnim">
        <pc:chgData name="Vaishak Chikku" userId="787299b956fd4963" providerId="LiveId" clId="{B0C88C10-9C77-4C0C-8AF1-D2B516DDBEE9}" dt="2025-10-14T09:49:33.472" v="527" actId="1076"/>
        <pc:sldMkLst>
          <pc:docMk/>
          <pc:sldMk cId="1122424734" sldId="345"/>
        </pc:sldMkLst>
        <pc:spChg chg="add mod">
          <ac:chgData name="Vaishak Chikku" userId="787299b956fd4963" providerId="LiveId" clId="{B0C88C10-9C77-4C0C-8AF1-D2B516DDBEE9}" dt="2025-10-14T09:49:10.354" v="512" actId="478"/>
          <ac:spMkLst>
            <pc:docMk/>
            <pc:sldMk cId="1122424734" sldId="345"/>
            <ac:spMk id="3" creationId="{182FF8DE-1F47-66FD-6D2A-05FDA7FED86D}"/>
          </ac:spMkLst>
        </pc:spChg>
        <pc:spChg chg="mod">
          <ac:chgData name="Vaishak Chikku" userId="787299b956fd4963" providerId="LiveId" clId="{B0C88C10-9C77-4C0C-8AF1-D2B516DDBEE9}" dt="2025-10-14T09:49:18.290" v="523" actId="27636"/>
          <ac:spMkLst>
            <pc:docMk/>
            <pc:sldMk cId="1122424734" sldId="345"/>
            <ac:spMk id="4" creationId="{3464B982-3EA5-C664-1D31-965F72AF6C17}"/>
          </ac:spMkLst>
        </pc:spChg>
        <pc:spChg chg="del">
          <ac:chgData name="Vaishak Chikku" userId="787299b956fd4963" providerId="LiveId" clId="{B0C88C10-9C77-4C0C-8AF1-D2B516DDBEE9}" dt="2025-10-14T09:49:10.354" v="512" actId="478"/>
          <ac:spMkLst>
            <pc:docMk/>
            <pc:sldMk cId="1122424734" sldId="345"/>
            <ac:spMk id="10" creationId="{063C86E6-47BE-A34B-7FD0-AFC642DF4577}"/>
          </ac:spMkLst>
        </pc:spChg>
        <pc:picChg chg="add mod">
          <ac:chgData name="Vaishak Chikku" userId="787299b956fd4963" providerId="LiveId" clId="{B0C88C10-9C77-4C0C-8AF1-D2B516DDBEE9}" dt="2025-10-14T09:49:33.472" v="527" actId="1076"/>
          <ac:picMkLst>
            <pc:docMk/>
            <pc:sldMk cId="1122424734" sldId="345"/>
            <ac:picMk id="9" creationId="{53512669-DC13-C132-D5B6-30BEBFFF2712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10/14/2025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10/14/2025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10/14/2025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10/14/2025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10/14/2025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10/14/2025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99760" y="4141999"/>
            <a:ext cx="4236719" cy="861497"/>
          </a:xfrm>
        </p:spPr>
        <p:txBody>
          <a:bodyPr>
            <a:normAutofit/>
          </a:bodyPr>
          <a:lstStyle/>
          <a:p>
            <a:pPr algn="r"/>
            <a:r>
              <a:rPr lang="en-US" b="0" dirty="0">
                <a:solidFill>
                  <a:schemeClr val="tx1"/>
                </a:solidFill>
              </a:rPr>
              <a:t>VAISHAK VT</a:t>
            </a:r>
          </a:p>
          <a:p>
            <a:pPr algn="r"/>
            <a:r>
              <a:rPr lang="en-IN" b="0" dirty="0">
                <a:solidFill>
                  <a:schemeClr val="tx1"/>
                </a:solidFill>
              </a:rPr>
              <a:t>APPLY_1754994345689b16a9c4087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6310" y="2081034"/>
            <a:ext cx="6376969" cy="743448"/>
          </a:xfrm>
        </p:spPr>
        <p:txBody>
          <a:bodyPr>
            <a:normAutofit/>
          </a:bodyPr>
          <a:lstStyle/>
          <a:p>
            <a:r>
              <a:rPr lang="en-GB" sz="3200" b="1" dirty="0"/>
              <a:t>NETFLIX DATA ANALYSIS</a:t>
            </a:r>
            <a:endParaRPr lang="en-IN" sz="3200" b="1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956" y="1763796"/>
            <a:ext cx="7685723" cy="3607987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Netflix has a vast library of Movies and TV Shows, but with growing competition, it is important to </a:t>
            </a:r>
            <a:r>
              <a:rPr lang="en-US" sz="2800" b="1" dirty="0"/>
              <a:t>analyze content trends</a:t>
            </a:r>
            <a:r>
              <a:rPr lang="en-US" sz="28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This project studies </a:t>
            </a:r>
            <a:r>
              <a:rPr lang="en-US" sz="2800" b="1" dirty="0"/>
              <a:t>Movies vs TV Shows, genres, and country contributions</a:t>
            </a:r>
            <a:r>
              <a:rPr lang="en-US" sz="2800" dirty="0"/>
              <a:t> to provide </a:t>
            </a:r>
            <a:r>
              <a:rPr lang="en-US" sz="2800" b="1" dirty="0"/>
              <a:t>data-driven insights</a:t>
            </a:r>
            <a:r>
              <a:rPr lang="en-US" sz="2800" dirty="0"/>
              <a:t> for strategic content decisions.</a:t>
            </a:r>
            <a:br>
              <a:rPr lang="en-US" sz="2800" dirty="0"/>
            </a:b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237" y="0"/>
            <a:ext cx="6192203" cy="95246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r>
              <a:rPr lang="en-GB" dirty="0"/>
              <a:t>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B837E82-FC83-2D04-4A01-148397BA1A01}"/>
              </a:ext>
            </a:extLst>
          </p:cNvPr>
          <p:cNvSpPr txBox="1"/>
          <p:nvPr/>
        </p:nvSpPr>
        <p:spPr>
          <a:xfrm>
            <a:off x="467358" y="769587"/>
            <a:ext cx="110032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This project analyzes a </a:t>
            </a:r>
            <a:r>
              <a:rPr lang="en-US" sz="2400" b="1" dirty="0"/>
              <a:t>Netflix dataset</a:t>
            </a:r>
            <a:r>
              <a:rPr lang="en-US" sz="2400" dirty="0"/>
              <a:t> containing 7,789 records of Movies and TV Shows from 2008 to 2021. The goal is to uncover </a:t>
            </a:r>
            <a:r>
              <a:rPr lang="en-US" sz="2400" b="1" dirty="0"/>
              <a:t>content trends</a:t>
            </a:r>
            <a:r>
              <a:rPr lang="en-US" sz="2400" dirty="0"/>
              <a:t> and provide </a:t>
            </a:r>
            <a:r>
              <a:rPr lang="en-US" sz="2400" b="1" dirty="0"/>
              <a:t>strategic insights</a:t>
            </a:r>
            <a:r>
              <a:rPr lang="en-US" sz="2400" dirty="0"/>
              <a:t> for decision-making.</a:t>
            </a:r>
            <a:endParaRPr lang="en-IN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BAFF35-5C24-CFCD-3E5F-AA0C4ACCE49C}"/>
              </a:ext>
            </a:extLst>
          </p:cNvPr>
          <p:cNvSpPr txBox="1"/>
          <p:nvPr/>
        </p:nvSpPr>
        <p:spPr>
          <a:xfrm>
            <a:off x="5643880" y="291592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9D207E-1165-E306-3354-2C8CD1B2F412}"/>
              </a:ext>
            </a:extLst>
          </p:cNvPr>
          <p:cNvSpPr txBox="1"/>
          <p:nvPr/>
        </p:nvSpPr>
        <p:spPr>
          <a:xfrm>
            <a:off x="822961" y="1920968"/>
            <a:ext cx="923544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Key aspects studied include: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Distribution of </a:t>
            </a:r>
            <a:r>
              <a:rPr lang="en-US" sz="2400" b="1" dirty="0"/>
              <a:t>Movies vs TV Shows</a:t>
            </a:r>
            <a:r>
              <a:rPr lang="en-US" sz="2400" dirty="0"/>
              <a:t> over the years.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Most </a:t>
            </a:r>
            <a:r>
              <a:rPr lang="en-US" sz="2400" b="1" dirty="0"/>
              <a:t>popular genres</a:t>
            </a:r>
            <a:r>
              <a:rPr lang="en-US" sz="2400" dirty="0"/>
              <a:t> and their evolution.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Country-wise contributions</a:t>
            </a:r>
            <a:r>
              <a:rPr lang="en-US" sz="2400" dirty="0"/>
              <a:t> to understand global representation.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Top </a:t>
            </a:r>
            <a:r>
              <a:rPr lang="en-US" sz="2400" b="1" dirty="0"/>
              <a:t>directors and actors</a:t>
            </a:r>
            <a:r>
              <a:rPr lang="en-US" sz="2400" dirty="0"/>
              <a:t> driving content production.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Identification of </a:t>
            </a:r>
            <a:r>
              <a:rPr lang="en-US" sz="2400" b="1" dirty="0"/>
              <a:t>gaps and opportunities</a:t>
            </a:r>
            <a:r>
              <a:rPr lang="en-US" sz="2400" dirty="0"/>
              <a:t> for future content strategy.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A1CC52-7867-1360-9E20-E23DEB74889E}"/>
              </a:ext>
            </a:extLst>
          </p:cNvPr>
          <p:cNvSpPr txBox="1"/>
          <p:nvPr/>
        </p:nvSpPr>
        <p:spPr>
          <a:xfrm>
            <a:off x="505618" y="5288340"/>
            <a:ext cx="113003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By combining </a:t>
            </a:r>
            <a:r>
              <a:rPr lang="en-US" sz="2400" b="1" dirty="0"/>
              <a:t>data analysis and visualization</a:t>
            </a:r>
            <a:r>
              <a:rPr lang="en-US" sz="2400" dirty="0"/>
              <a:t>, the project helps Netflix understand audience preferences, optimize content acquisition, and strengthen its competitive edge in the global OTT market.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81482" y="1196062"/>
            <a:ext cx="9479281" cy="504952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endParaRPr lang="en-US" sz="31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100" dirty="0"/>
              <a:t>🎯 </a:t>
            </a:r>
            <a:r>
              <a:rPr lang="en-US" sz="3100" b="1" dirty="0"/>
              <a:t>Netflix Content Strategy Team</a:t>
            </a:r>
            <a:r>
              <a:rPr lang="en-US" sz="3100" dirty="0"/>
              <a:t> – to identify content gaps, audience trends, and make data-driven production or acquisition decisions.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100" dirty="0"/>
              <a:t>📈 </a:t>
            </a:r>
            <a:r>
              <a:rPr lang="en-US" sz="3100" b="1" dirty="0"/>
              <a:t>Data Analysts &amp; Business Intelligence Teams</a:t>
            </a:r>
            <a:r>
              <a:rPr lang="en-US" sz="3100" dirty="0"/>
              <a:t> – to track performance metrics, visualize content trends, and generate insights.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100" dirty="0"/>
              <a:t>🎬 </a:t>
            </a:r>
            <a:r>
              <a:rPr lang="en-US" sz="3100" b="1" dirty="0"/>
              <a:t>Marketing &amp; Regional Teams</a:t>
            </a:r>
            <a:r>
              <a:rPr lang="en-US" sz="3100" dirty="0"/>
              <a:t> – to plan promotions and regional content strategies based on country-wise audience preferences.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100" dirty="0"/>
              <a:t>🧠 </a:t>
            </a:r>
            <a:r>
              <a:rPr lang="en-US" sz="3100" b="1" dirty="0"/>
              <a:t>Researchers &amp; Students</a:t>
            </a:r>
            <a:r>
              <a:rPr lang="en-US" sz="3100" dirty="0"/>
              <a:t> – to explore OTT data patterns and understand real-world data analysis applications.</a:t>
            </a:r>
          </a:p>
          <a:p>
            <a:pPr algn="just">
              <a:lnSpc>
                <a:spcPct val="150000"/>
              </a:lnSpc>
            </a:pPr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688" y="689688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687" y="6372225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A29A9DD-3282-21C4-562F-374C6C182A36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660399" y="1635295"/>
            <a:ext cx="9174481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🐍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for data cleaning, analysis, and visualization.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📊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Pandas &amp; NumPy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to manipulate, transform, and aggregate Netflix data efficiently.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📈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Matplotlib &amp; Seaborn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to create insightful visualizations of content trends.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☁️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Jupyter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Notebook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for coding, documenting, and interactive data exploration.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💾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CSV Dataset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as the primary data source for Netflix content     information.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🧠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WordCloud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Library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to visualize genre and keyword frequency patterns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6" y="231967"/>
            <a:ext cx="2981643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RESULTS1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[Ad screen shots of your code or Chart(s) ]</a:t>
            </a:r>
            <a:endParaRPr lang="en-IN" dirty="0"/>
          </a:p>
        </p:txBody>
      </p: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9BCD778A-E993-92B4-0A73-38BEF9923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70" y="1006880"/>
            <a:ext cx="3419215" cy="4225520"/>
          </a:xfrm>
          <a:prstGeom prst="rect">
            <a:avLst/>
          </a:prstGeom>
        </p:spPr>
      </p:pic>
      <p:pic>
        <p:nvPicPr>
          <p:cNvPr id="16" name="Picture 1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777E2FB-ADF5-18DB-CACA-667D0B2A5C8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8987"/>
          <a:stretch>
            <a:fillRect/>
          </a:stretch>
        </p:blipFill>
        <p:spPr>
          <a:xfrm>
            <a:off x="389075" y="3674628"/>
            <a:ext cx="3555403" cy="3115543"/>
          </a:xfrm>
          <a:prstGeom prst="rect">
            <a:avLst/>
          </a:prstGeom>
        </p:spPr>
      </p:pic>
      <p:pic>
        <p:nvPicPr>
          <p:cNvPr id="18" name="Picture 1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11CCE92D-0974-0306-C8E1-B3592697EA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6385" y="1006880"/>
            <a:ext cx="3725231" cy="2992316"/>
          </a:xfrm>
          <a:prstGeom prst="rect">
            <a:avLst/>
          </a:prstGeom>
        </p:spPr>
      </p:pic>
      <p:pic>
        <p:nvPicPr>
          <p:cNvPr id="20" name="Picture 19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9E854DC-FE18-D6C6-9781-2D35DBABF6F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3656" b="11138"/>
          <a:stretch>
            <a:fillRect/>
          </a:stretch>
        </p:blipFill>
        <p:spPr>
          <a:xfrm>
            <a:off x="4012573" y="3869922"/>
            <a:ext cx="3589043" cy="2920249"/>
          </a:xfrm>
          <a:prstGeom prst="rect">
            <a:avLst/>
          </a:prstGeom>
        </p:spPr>
      </p:pic>
      <p:pic>
        <p:nvPicPr>
          <p:cNvPr id="22" name="Picture 2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944BB71-A026-D8B6-C8BB-D9CAA7DA5A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01616" y="1006880"/>
            <a:ext cx="3415985" cy="3361920"/>
          </a:xfrm>
          <a:prstGeom prst="rect">
            <a:avLst/>
          </a:prstGeom>
        </p:spPr>
      </p:pic>
      <p:pic>
        <p:nvPicPr>
          <p:cNvPr id="24" name="Picture 2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2C175472-0981-F71E-4543-638AA06BEF2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-467" r="42310" b="15295"/>
          <a:stretch>
            <a:fillRect/>
          </a:stretch>
        </p:blipFill>
        <p:spPr>
          <a:xfrm>
            <a:off x="7601616" y="3999196"/>
            <a:ext cx="3415985" cy="27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61F40-61F5-A9E4-2028-61D27EB38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90F1862-D4F3-D9EB-176E-2E2938531B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23A3B93-82D2-A57B-4898-3D9B0C72D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RESULTS 2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F4C0E530-3AAB-E420-2061-2352FB4AEFB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3F5036B-907B-9AB7-BC47-C7C142E40FA7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91963C39-9433-02BA-5A2B-62380BFD21C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208125" y="1638243"/>
            <a:ext cx="4275138" cy="47752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" name="Picture 2" descr="A graph of a number of movies&#10;&#10;AI-generated content may be incorrect.">
            <a:extLst>
              <a:ext uri="{FF2B5EF4-FFF2-40B4-BE49-F238E27FC236}">
                <a16:creationId xmlns:a16="http://schemas.microsoft.com/office/drawing/2014/main" id="{8CE58E69-4C64-8F55-93A5-8533A9C8DD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00" y="1468786"/>
            <a:ext cx="5601185" cy="4663844"/>
          </a:xfrm>
          <a:prstGeom prst="rect">
            <a:avLst/>
          </a:prstGeom>
        </p:spPr>
      </p:pic>
      <p:pic>
        <p:nvPicPr>
          <p:cNvPr id="9" name="Picture 8" descr="A graph with a line going up&#10;&#10;AI-generated content may be incorrect.">
            <a:extLst>
              <a:ext uri="{FF2B5EF4-FFF2-40B4-BE49-F238E27FC236}">
                <a16:creationId xmlns:a16="http://schemas.microsoft.com/office/drawing/2014/main" id="{96AAF45C-6CF7-D64E-845D-D8B5331676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4685" y="1638243"/>
            <a:ext cx="6276525" cy="3882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53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024A6-C6F7-0E13-B5FE-E6A5870DA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76194CC-45AC-6391-C127-232D7FE17E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2560D1A-A584-25F8-1F57-468796F22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3669737" cy="830997"/>
          </a:xfrm>
        </p:spPr>
        <p:txBody>
          <a:bodyPr>
            <a:normAutofit/>
          </a:bodyPr>
          <a:lstStyle/>
          <a:p>
            <a:r>
              <a:rPr lang="en-GB" dirty="0"/>
              <a:t>RESULTS  3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BD379B3-43F5-BB42-D7EF-5C1FA28E50D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0D8247-EFB8-6C04-BBBF-310CEEF88E4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6B14C4F-1746-A8AB-D262-5A993160F56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" name="Picture 2" descr="A graph of a number of countries/regions&#10;&#10;AI-generated content may be incorrect.">
            <a:extLst>
              <a:ext uri="{FF2B5EF4-FFF2-40B4-BE49-F238E27FC236}">
                <a16:creationId xmlns:a16="http://schemas.microsoft.com/office/drawing/2014/main" id="{72024EAA-91DD-AC51-835B-11499924F1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75" y="1382044"/>
            <a:ext cx="5854957" cy="3896069"/>
          </a:xfrm>
          <a:prstGeom prst="rect">
            <a:avLst/>
          </a:prstGeom>
        </p:spPr>
      </p:pic>
      <p:pic>
        <p:nvPicPr>
          <p:cNvPr id="9" name="Picture 8" descr="A graph of a number of movies&#10;&#10;AI-generated content may be incorrect.">
            <a:extLst>
              <a:ext uri="{FF2B5EF4-FFF2-40B4-BE49-F238E27FC236}">
                <a16:creationId xmlns:a16="http://schemas.microsoft.com/office/drawing/2014/main" id="{A5A27CDF-7789-DF12-4B43-77B0624F0C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0632" y="1201586"/>
            <a:ext cx="6123512" cy="4002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46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41938-6FFF-4BF8-70AE-A0423670D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1126D74-5733-BFC5-6AFA-BD865FAB7C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464B982-3EA5-C664-1D31-965F72AF6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RESULTS 4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3C8020-17A8-7EBF-2D1D-02073507455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C9194AD-279A-4BDA-2614-DD4387938889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2FF8DE-1F47-66FD-6D2A-05FDA7FED8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9" name="Picture 8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53512669-DC13-C132-D5B6-30BEBFFF27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793" y="1201586"/>
            <a:ext cx="8237934" cy="5410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424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302F3-5B15-F4B3-4FC0-05D49317B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5314807-9A27-116F-CC98-E5EEF28F080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A0845DA-C188-DB03-7162-C74DB64A3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6115368" cy="878622"/>
          </a:xfrm>
        </p:spPr>
        <p:txBody>
          <a:bodyPr>
            <a:normAutofit/>
          </a:bodyPr>
          <a:lstStyle/>
          <a:p>
            <a:r>
              <a:rPr lang="en-GB" dirty="0"/>
              <a:t>GitHub repository 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9B11EDF8-3FD7-C9FE-2AA8-09208B3BEFC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8935B953-0B74-DF35-9464-45E8CB01D8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957" y="2224668"/>
            <a:ext cx="9423083" cy="257955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https://github.com/vaishakvt/VOIS_AICTCE_Oct2025_MajorProject_Vaishak_vt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6923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3FACE-D55E-9B4A-7A75-15654F5D4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761536A-9E87-8208-553B-AFA23F55C6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5390BF9-A1B3-D0A5-6FE6-4C64A8B75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10892066" cy="904781"/>
          </a:xfrm>
        </p:spPr>
        <p:txBody>
          <a:bodyPr>
            <a:noAutofit/>
          </a:bodyPr>
          <a:lstStyle/>
          <a:p>
            <a:r>
              <a:rPr lang="en-IN" sz="3600" dirty="0"/>
              <a:t>Getting started with Basics of Python </a:t>
            </a:r>
            <a:r>
              <a:rPr lang="en-GB" sz="3600" dirty="0"/>
              <a:t>Certificate  </a:t>
            </a:r>
            <a:endParaRPr lang="en-IN" sz="36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C0B10ED4-748B-FD2D-3185-4AB559AC71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1BF57D1-2242-C3F4-D177-EE064D5454A4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E1CAB8-7B30-B140-F5EC-2A9EB43F691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35120" y="3149600"/>
            <a:ext cx="800418" cy="2455863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8BB2100-866E-2C06-FFCD-D1012A59A5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916" t="14941" r="24000" b="15256"/>
          <a:stretch>
            <a:fillRect/>
          </a:stretch>
        </p:blipFill>
        <p:spPr>
          <a:xfrm>
            <a:off x="1910079" y="1161497"/>
            <a:ext cx="7729583" cy="5503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602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CD52E-39EF-82B8-E116-6B0D9B50E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214EFD-3FAC-BE9B-CFBB-2D1FCCED012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359B88B-4EF4-AA7A-A15C-4B2147671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10892066" cy="904781"/>
          </a:xfrm>
        </p:spPr>
        <p:txBody>
          <a:bodyPr>
            <a:noAutofit/>
          </a:bodyPr>
          <a:lstStyle/>
          <a:p>
            <a:r>
              <a:rPr lang="en-IN" sz="3600" dirty="0"/>
              <a:t>Data Visualization </a:t>
            </a:r>
            <a:r>
              <a:rPr lang="en-GB" sz="3600" dirty="0"/>
              <a:t>Certificate  </a:t>
            </a:r>
            <a:endParaRPr lang="en-IN" sz="36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C23E8C61-31F1-4380-CEFB-D75448F856D7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F0577D1-D5B1-726B-4FAB-B353BDE31B12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D48169FB-B4CE-0F31-B897-737AB3A70E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80003" y="3641874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[Paste your</a:t>
            </a:r>
            <a:endParaRPr lang="en-IN" dirty="0"/>
          </a:p>
        </p:txBody>
      </p:sp>
      <p:pic>
        <p:nvPicPr>
          <p:cNvPr id="9" name="Picture 8" descr="A computer screen shot of a certificate&#10;&#10;AI-generated content may be incorrect.">
            <a:extLst>
              <a:ext uri="{FF2B5EF4-FFF2-40B4-BE49-F238E27FC236}">
                <a16:creationId xmlns:a16="http://schemas.microsoft.com/office/drawing/2014/main" id="{30182AF8-0805-9475-82A5-E9972DAAEF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250" t="14785" r="24167" b="16750"/>
          <a:stretch>
            <a:fillRect/>
          </a:stretch>
        </p:blipFill>
        <p:spPr>
          <a:xfrm>
            <a:off x="1747519" y="1078551"/>
            <a:ext cx="7670800" cy="5408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684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560" y="2670905"/>
            <a:ext cx="11340000" cy="700114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610</TotalTime>
  <Words>398</Words>
  <Application>Microsoft Office PowerPoint</Application>
  <PresentationFormat>Widescreen</PresentationFormat>
  <Paragraphs>43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Trebuchet MS</vt:lpstr>
      <vt:lpstr>Wingdings</vt:lpstr>
      <vt:lpstr>Wingdings 3</vt:lpstr>
      <vt:lpstr>Facet</vt:lpstr>
      <vt:lpstr>NETFLIX DATA ANALYSIS</vt:lpstr>
      <vt:lpstr>PROBLEM  STATEMENT</vt:lpstr>
      <vt:lpstr>Project Description  </vt:lpstr>
      <vt:lpstr>WHO ARE THE END USERS?</vt:lpstr>
      <vt:lpstr>Technology Used</vt:lpstr>
      <vt:lpstr>RESULTS1 </vt:lpstr>
      <vt:lpstr>RESULTS 2</vt:lpstr>
      <vt:lpstr>RESULTS  3 </vt:lpstr>
      <vt:lpstr>RESULTS 4</vt:lpstr>
      <vt:lpstr>GitHub repository </vt:lpstr>
      <vt:lpstr>Getting started with Basics of Python Certificate  </vt:lpstr>
      <vt:lpstr>Data Visualization Certificate 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Vaishak Chikku</cp:lastModifiedBy>
  <cp:revision>106</cp:revision>
  <dcterms:created xsi:type="dcterms:W3CDTF">2021-07-11T13:13:15Z</dcterms:created>
  <dcterms:modified xsi:type="dcterms:W3CDTF">2025-10-14T10:01:59Z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